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99E-758B-3EEA-9304-D9BAE2515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BD3BB-B430-9AD7-D026-812FA70D5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8621-DAAA-B536-8639-5EBDAE62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E610D-906F-8020-5203-F0AF5882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C37C5-B66E-DADF-BFBB-DAB1E0F6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584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DA20-1223-FA82-1BB5-0B132C51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6362-48CC-81E1-B8E8-58FE9E415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41F5-8942-FCA5-803A-ADE91A29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84BE9-5F1B-8031-2B23-759C23AD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4C6B-5B64-2452-8D80-70FB71A6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6765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3989-F0EA-6042-03A4-F68B0C4D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5DB0D-C3AD-7F01-7918-05BBEDE54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C6C6-6A21-D3FE-0FD4-136132CC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C33EF-F315-5A21-0D32-7731B869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B2A48-460A-3F20-20EB-A1624ECD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919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D906-BD62-5394-D975-8A51830D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2D13-1695-7C92-36C9-21A1A3A52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181E8-EAEF-2A6B-1078-851453D85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C684A-23C9-FE60-E299-4432D1DF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CAB8-582F-9D1E-0BD5-BE249302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F3B41-9A2C-8D6E-50E4-E944D55B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514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5E1A-F2EF-8982-669A-7D6A042C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AB73A-8199-534D-9ADE-A6196EA59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72179-E47A-372D-928C-7A498CBFD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582F8-D997-37C8-B963-7080DC98B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1CF20-0341-7756-4A2A-B8280BDCA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47E53-C52B-F632-764B-FAED0EB7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1EEA8-FDF1-021F-AA0F-57B47BA5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B038C-9AE8-3C86-C6B5-A02C143B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011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089A-5DA8-A210-A215-D36EEB94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87DF8-FEA1-100B-989B-5E4F1411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F77F6-6AD3-B620-6387-61672D84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D7FEF-67D1-076F-D313-6C3AEBEE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796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643F0-3C54-4F6C-FCD4-F9E12F39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F7BA9-1321-2993-CBBF-9D680FE0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B913C-0876-D2FC-A514-3DAFEF8A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361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C610-841E-0347-E7FE-4FB44E63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38785-8844-7389-AD79-C590B60F7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6CD4-02E7-C3AF-D798-F921EEEC2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8F3A4-6717-A5BE-3FB8-3AC6019B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39B2A-2335-68CF-2DD7-FF98F33C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81E4-413D-BFF8-28C9-C54053FD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1026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9B5B-09B1-3C45-BA6C-E029D8BB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7B24E8-A750-ACE0-D45E-B6DC8A88C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6A66E-106A-09E8-D806-E549AAD20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C2C2D-4EC4-343C-864F-9E2C2B159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BD9B5-E531-B206-3D20-F930F08B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5153-A01D-DB26-80CC-EAF6FD62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3547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C4A0-E794-38F2-6289-FC03EB07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E3262-955C-766A-6D2C-D0B5AAF8B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5DDA-DC21-246A-5537-74C94BAD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ECF2E-1BFD-130F-6889-3A5E047D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22F1E-E90F-697C-BC5D-17CD7949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5158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C51EA-20ED-0C2E-5074-EE9D545FF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FD423-82FC-62FF-59E4-C36160656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F0184-74D6-C44F-368E-A6745812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E51D-73CC-5A51-F640-233D84F7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6C546-53CE-C59D-7702-AC24F8E7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494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2170B-CC3A-5F84-014E-EA402360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FC2BE-8998-A270-1938-DFDBBACA5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4BF7F-DE5E-C97A-EA54-4EF3EEA31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507AA-0AF3-499F-8B74-17B245327FCA}" type="datetimeFigureOut">
              <a:rPr lang="fr-BE" smtClean="0"/>
              <a:t>04-12-25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757FE-5F29-4301-481D-E601902BC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4240E-800E-27A9-88A4-B59251412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9D4DE-D345-4225-9BC5-22E5FE69C334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041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A77E-7BF8-14BC-3990-F8F0D6846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Burn-out radar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085DD-0643-8B31-7CF8-8EB4590B8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/>
              <a:t>Êtes-vous en burn-out ? 🧐</a:t>
            </a:r>
          </a:p>
        </p:txBody>
      </p:sp>
    </p:spTree>
    <p:extLst>
      <p:ext uri="{BB962C8B-B14F-4D97-AF65-F5344CB8AC3E}">
        <p14:creationId xmlns:p14="http://schemas.microsoft.com/office/powerpoint/2010/main" val="83396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4E7C-4C9A-140E-C2B0-5F47A7F9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Présentation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1AB9C-85B1-4CC6-1F8C-35DEAA7C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But : détecter un burn-out et son origine.</a:t>
            </a:r>
          </a:p>
          <a:p>
            <a:endParaRPr lang="fr-BE" dirty="0"/>
          </a:p>
          <a:p>
            <a:r>
              <a:rPr lang="fr-BE" dirty="0"/>
              <a:t>Point d’attention :  Lisibilité, mettre l’utilisateur à l’aise.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6421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9280-49D9-0F5F-D5E1-D5438EE3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Difficulté 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2176-A5A3-D660-B2B1-D3DC18258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Page3.js : Calcul de la distance code postal – psy (merci Chat GPT).</a:t>
            </a:r>
          </a:p>
          <a:p>
            <a:endParaRPr lang="fr-BE" dirty="0"/>
          </a:p>
          <a:p>
            <a:r>
              <a:rPr lang="fr-BE" dirty="0"/>
              <a:t>En général : </a:t>
            </a:r>
            <a:r>
              <a:rPr lang="fr-BE" b="1" dirty="0"/>
              <a:t>passer du no-code au code </a:t>
            </a:r>
            <a:r>
              <a:rPr lang="fr-BE" dirty="0"/>
              <a:t>(Ex : différence entre </a:t>
            </a:r>
            <a:r>
              <a:rPr lang="fr-BE" dirty="0" err="1"/>
              <a:t>truc.valeur</a:t>
            </a:r>
            <a:r>
              <a:rPr lang="fr-BE" dirty="0"/>
              <a:t> et truc[valeur] ).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1334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37B0-7CD6-CE36-A6C1-C53F3BCC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Fierté 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8BB9-C88D-7303-E303-2C326B8F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Page2.js : Imbrication des 5 fonctions du questionnaire :</a:t>
            </a:r>
          </a:p>
          <a:p>
            <a:pPr marL="0" indent="0">
              <a:buNone/>
            </a:pPr>
            <a:r>
              <a:rPr lang="fr-BE" dirty="0"/>
              <a:t>if (</a:t>
            </a:r>
            <a:r>
              <a:rPr lang="fr-BE" b="1" dirty="0" err="1"/>
              <a:t>validerQuestionnaire</a:t>
            </a:r>
            <a:r>
              <a:rPr lang="fr-BE" b="1" dirty="0"/>
              <a:t>()</a:t>
            </a:r>
            <a:r>
              <a:rPr lang="fr-BE" dirty="0"/>
              <a:t>) {</a:t>
            </a:r>
          </a:p>
          <a:p>
            <a:pPr marL="0" indent="0">
              <a:buNone/>
            </a:pPr>
            <a:r>
              <a:rPr lang="fr-BE" dirty="0"/>
              <a:t>   </a:t>
            </a:r>
            <a:r>
              <a:rPr lang="fr-BE" b="1" dirty="0" err="1"/>
              <a:t>recupReponses</a:t>
            </a:r>
            <a:r>
              <a:rPr lang="fr-BE" b="1" dirty="0"/>
              <a:t>() </a:t>
            </a:r>
            <a:r>
              <a:rPr lang="fr-BE" dirty="0"/>
              <a:t>{</a:t>
            </a:r>
          </a:p>
          <a:p>
            <a:pPr marL="0" indent="0">
              <a:buNone/>
            </a:pPr>
            <a:r>
              <a:rPr lang="fr-BE" dirty="0"/>
              <a:t>	</a:t>
            </a:r>
            <a:r>
              <a:rPr lang="fr-BE" b="1" dirty="0" err="1"/>
              <a:t>calculerScores</a:t>
            </a:r>
            <a:r>
              <a:rPr lang="fr-BE" b="1" dirty="0"/>
              <a:t>() </a:t>
            </a:r>
            <a:r>
              <a:rPr lang="fr-BE" dirty="0"/>
              <a:t>{</a:t>
            </a:r>
          </a:p>
          <a:p>
            <a:pPr marL="0" indent="0">
              <a:buNone/>
            </a:pPr>
            <a:r>
              <a:rPr lang="fr-BE" dirty="0"/>
              <a:t>	</a:t>
            </a:r>
            <a:r>
              <a:rPr lang="fr-BE" b="1" dirty="0" err="1"/>
              <a:t>afficherResultats</a:t>
            </a:r>
            <a:r>
              <a:rPr lang="fr-BE" b="1" dirty="0"/>
              <a:t>() </a:t>
            </a:r>
            <a:r>
              <a:rPr lang="fr-BE" dirty="0"/>
              <a:t>{</a:t>
            </a:r>
          </a:p>
          <a:p>
            <a:pPr marL="0" indent="0">
              <a:buNone/>
            </a:pPr>
            <a:r>
              <a:rPr lang="fr-BE" dirty="0"/>
              <a:t>		</a:t>
            </a:r>
            <a:r>
              <a:rPr lang="fr-BE" b="1" dirty="0" err="1"/>
              <a:t>appliquerClasses</a:t>
            </a:r>
            <a:r>
              <a:rPr lang="fr-BE" b="1" dirty="0"/>
              <a:t>()</a:t>
            </a:r>
            <a:r>
              <a:rPr lang="fr-BE" dirty="0"/>
              <a:t>{}</a:t>
            </a:r>
          </a:p>
          <a:p>
            <a:pPr marL="0" indent="0">
              <a:buNone/>
            </a:pPr>
            <a:r>
              <a:rPr lang="fr-BE" dirty="0"/>
              <a:t>		}</a:t>
            </a:r>
          </a:p>
          <a:p>
            <a:pPr marL="0" indent="0">
              <a:buNone/>
            </a:pPr>
            <a:r>
              <a:rPr lang="fr-BE" dirty="0"/>
              <a:t>	}</a:t>
            </a:r>
          </a:p>
          <a:p>
            <a:pPr marL="0" indent="0">
              <a:buNone/>
            </a:pPr>
            <a:r>
              <a:rPr lang="fr-BE" dirty="0"/>
              <a:t>};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463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011C-0DA9-3377-594D-D7D80944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Améliorations 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B020-D80B-85DE-445B-E9EB195A9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Graphismes</a:t>
            </a:r>
          </a:p>
          <a:p>
            <a:r>
              <a:rPr lang="fr-BE" dirty="0"/>
              <a:t>Mode Day &amp; Night</a:t>
            </a:r>
          </a:p>
          <a:p>
            <a:r>
              <a:rPr lang="fr-BE" dirty="0"/>
              <a:t>Textes : + pédagogiques, mots en gras…</a:t>
            </a:r>
          </a:p>
          <a:p>
            <a:r>
              <a:rPr lang="fr-BE" dirty="0"/>
              <a:t>Responsive + </a:t>
            </a:r>
            <a:r>
              <a:rPr lang="fr-BE" dirty="0" err="1"/>
              <a:t>smooth</a:t>
            </a:r>
            <a:endParaRPr lang="fr-BE" dirty="0"/>
          </a:p>
          <a:p>
            <a:r>
              <a:rPr lang="fr-BE" dirty="0"/>
              <a:t>Création d’une page 4 : Ressources</a:t>
            </a:r>
          </a:p>
        </p:txBody>
      </p:sp>
    </p:spTree>
    <p:extLst>
      <p:ext uri="{BB962C8B-B14F-4D97-AF65-F5344CB8AC3E}">
        <p14:creationId xmlns:p14="http://schemas.microsoft.com/office/powerpoint/2010/main" val="268653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7343-9487-A2D5-3105-FF7CED15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Focus : fonction </a:t>
            </a:r>
            <a:r>
              <a:rPr lang="fr-BE" dirty="0" err="1"/>
              <a:t>RecupReponses</a:t>
            </a:r>
            <a:r>
              <a:rPr lang="fr-BE" dirty="0"/>
              <a:t> ⚙️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03A9-77FE-4191-0AAA-AECC22978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515600" cy="53218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2000" dirty="0"/>
              <a:t>Cette fonction sert à </a:t>
            </a:r>
            <a:r>
              <a:rPr lang="fr-BE" sz="2000" b="1" dirty="0"/>
              <a:t>calculer les scores par catégorie</a:t>
            </a:r>
            <a:r>
              <a:rPr lang="fr-BE" sz="2000" dirty="0"/>
              <a:t> à partir des réponses </a:t>
            </a:r>
            <a:r>
              <a:rPr lang="fr-BE" sz="2000" dirty="0" err="1"/>
              <a:t>duquestionnaire</a:t>
            </a:r>
            <a:r>
              <a:rPr lang="fr-BE" sz="2000" dirty="0"/>
              <a:t>, puis à </a:t>
            </a:r>
            <a:r>
              <a:rPr lang="fr-BE" sz="2000" b="1" dirty="0"/>
              <a:t>interpréter ces scores</a:t>
            </a:r>
            <a:r>
              <a:rPr lang="fr-BE" sz="2000" dirty="0"/>
              <a:t> (Normal, À surveiller, Préoccupant).</a:t>
            </a:r>
          </a:p>
          <a:p>
            <a:pPr marL="0" indent="0">
              <a:buNone/>
            </a:pPr>
            <a:r>
              <a:rPr lang="fr-BE" sz="2000" b="1" dirty="0"/>
              <a:t>1) Création d’un objet pour stocker les scores bruts</a:t>
            </a:r>
          </a:p>
          <a:p>
            <a:r>
              <a:rPr lang="fr-BE" sz="2000" dirty="0"/>
              <a:t>On crée CAT_SCORES, un objet vide.</a:t>
            </a:r>
          </a:p>
          <a:p>
            <a:r>
              <a:rPr lang="fr-BE" sz="2000" dirty="0"/>
              <a:t>Il servira à enregistrer, pour chaque catégorie, deux infos :</a:t>
            </a:r>
          </a:p>
          <a:p>
            <a:pPr lvl="1"/>
            <a:r>
              <a:rPr lang="fr-BE" sz="1800" dirty="0"/>
              <a:t>le </a:t>
            </a:r>
            <a:r>
              <a:rPr lang="fr-BE" sz="1800" b="1" dirty="0"/>
              <a:t>total des valeurs</a:t>
            </a:r>
            <a:r>
              <a:rPr lang="fr-BE" sz="1800" dirty="0"/>
              <a:t> cochées</a:t>
            </a:r>
          </a:p>
          <a:p>
            <a:pPr lvl="1"/>
            <a:r>
              <a:rPr lang="fr-BE" sz="1800" dirty="0"/>
              <a:t>le </a:t>
            </a:r>
            <a:r>
              <a:rPr lang="fr-BE" sz="1800" b="1" dirty="0"/>
              <a:t>nombre de questions</a:t>
            </a:r>
            <a:r>
              <a:rPr lang="fr-BE" sz="1800" dirty="0"/>
              <a:t> dans cette catégorie</a:t>
            </a:r>
          </a:p>
          <a:p>
            <a:pPr lvl="1"/>
            <a:endParaRPr lang="fr-BE" sz="1800" dirty="0"/>
          </a:p>
          <a:p>
            <a:pPr marL="0" indent="0">
              <a:buNone/>
            </a:pPr>
            <a:r>
              <a:rPr lang="fr-BE" sz="2100" b="1" dirty="0"/>
              <a:t>2) Parcours des questions du questionnaire</a:t>
            </a:r>
          </a:p>
          <a:p>
            <a:r>
              <a:rPr lang="fr-BE" sz="2100" dirty="0"/>
              <a:t>Pour chaque question du tableau QUESTIONNAIRE :</a:t>
            </a:r>
          </a:p>
          <a:p>
            <a:r>
              <a:rPr lang="fr-BE" sz="2100" dirty="0"/>
              <a:t>On récupère la </a:t>
            </a:r>
            <a:r>
              <a:rPr lang="fr-BE" sz="2100" b="1" dirty="0"/>
              <a:t>valeur cochée</a:t>
            </a:r>
            <a:r>
              <a:rPr lang="fr-BE" sz="2100" dirty="0"/>
              <a:t> dans REPONSES grâce à </a:t>
            </a:r>
            <a:r>
              <a:rPr lang="fr-BE" sz="2100" dirty="0" err="1"/>
              <a:t>l’id</a:t>
            </a:r>
            <a:r>
              <a:rPr lang="fr-BE" sz="2100" dirty="0"/>
              <a:t> de la question.</a:t>
            </a:r>
          </a:p>
          <a:p>
            <a:r>
              <a:rPr lang="fr-BE" sz="2100" dirty="0"/>
              <a:t>Par sécurité, si aucune valeur n’est trouvée, on passe à la question suivante.</a:t>
            </a:r>
          </a:p>
          <a:p>
            <a:r>
              <a:rPr lang="fr-BE" sz="2100" dirty="0"/>
              <a:t>Ensuite, on parcourt toutes les </a:t>
            </a:r>
            <a:r>
              <a:rPr lang="fr-BE" sz="2100" b="1" dirty="0"/>
              <a:t>catégories</a:t>
            </a:r>
            <a:r>
              <a:rPr lang="fr-BE" sz="2100" dirty="0"/>
              <a:t> associées à cette question :</a:t>
            </a:r>
          </a:p>
          <a:p>
            <a:pPr lvl="1"/>
            <a:r>
              <a:rPr lang="fr-BE" sz="1900" dirty="0"/>
              <a:t>Si la catégorie n’existe pas encore dans CAT_SCORES, on l’ajoute et on initialise :</a:t>
            </a:r>
          </a:p>
          <a:p>
            <a:pPr lvl="2"/>
            <a:r>
              <a:rPr lang="fr-BE" sz="1600" dirty="0"/>
              <a:t>TOTAL = 0</a:t>
            </a:r>
          </a:p>
          <a:p>
            <a:pPr lvl="2"/>
            <a:r>
              <a:rPr lang="fr-BE" sz="1600" dirty="0"/>
              <a:t>NB_QUESTION = 0</a:t>
            </a:r>
          </a:p>
          <a:p>
            <a:pPr lvl="1"/>
            <a:r>
              <a:rPr lang="fr-BE" sz="1900" dirty="0"/>
              <a:t>Puis on </a:t>
            </a:r>
            <a:r>
              <a:rPr lang="fr-BE" sz="1900" b="1" dirty="0"/>
              <a:t>ajoute la valeur cochée</a:t>
            </a:r>
            <a:r>
              <a:rPr lang="fr-BE" sz="1900" dirty="0"/>
              <a:t> à son total</a:t>
            </a:r>
          </a:p>
          <a:p>
            <a:pPr lvl="1"/>
            <a:r>
              <a:rPr lang="fr-BE" sz="1900" dirty="0"/>
              <a:t>Et on </a:t>
            </a:r>
            <a:r>
              <a:rPr lang="fr-BE" sz="1900" b="1" dirty="0"/>
              <a:t>incrémente le compteur</a:t>
            </a:r>
            <a:r>
              <a:rPr lang="fr-BE" sz="1900" dirty="0"/>
              <a:t> de questions de la catégorie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821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983EE-05C6-E7B3-514F-9FFD4F67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6172200"/>
          </a:xfrm>
        </p:spPr>
        <p:txBody>
          <a:bodyPr/>
          <a:lstStyle/>
          <a:p>
            <a:pPr marL="0" indent="0">
              <a:buNone/>
            </a:pPr>
            <a:r>
              <a:rPr lang="fr-BE" sz="2000" b="1" dirty="0"/>
              <a:t>3) Calcul des moyennes par catégorie</a:t>
            </a:r>
          </a:p>
          <a:p>
            <a:r>
              <a:rPr lang="fr-BE" sz="2000" dirty="0"/>
              <a:t>On crée un nouvel objet, RESULTATS, qui contiendra les résultats finaux.</a:t>
            </a:r>
          </a:p>
          <a:p>
            <a:r>
              <a:rPr lang="fr-BE" sz="2000" dirty="0"/>
              <a:t>On parcourt chaque catégorie de CAT_SCORES.</a:t>
            </a:r>
          </a:p>
          <a:p>
            <a:r>
              <a:rPr lang="fr-BE" sz="2000" dirty="0"/>
              <a:t>Pour chacune :</a:t>
            </a:r>
          </a:p>
          <a:p>
            <a:pPr lvl="1"/>
            <a:r>
              <a:rPr lang="fr-BE" sz="1800" dirty="0"/>
              <a:t>On calcule la </a:t>
            </a:r>
            <a:r>
              <a:rPr lang="fr-BE" sz="1800" b="1" dirty="0"/>
              <a:t>moyenne</a:t>
            </a:r>
            <a:r>
              <a:rPr lang="fr-BE" sz="1800" dirty="0"/>
              <a:t> : TOTAL / NB_QUESTION</a:t>
            </a:r>
          </a:p>
          <a:p>
            <a:pPr lvl="1"/>
            <a:r>
              <a:rPr lang="fr-BE" sz="1800" dirty="0"/>
              <a:t>On détermine un </a:t>
            </a:r>
            <a:r>
              <a:rPr lang="fr-BE" sz="1800" b="1" dirty="0"/>
              <a:t>niveau d’interprétation</a:t>
            </a:r>
            <a:r>
              <a:rPr lang="fr-BE" sz="1800" dirty="0"/>
              <a:t> selon la moyenne :</a:t>
            </a:r>
          </a:p>
          <a:p>
            <a:pPr lvl="2"/>
            <a:r>
              <a:rPr lang="fr-BE" sz="1600" dirty="0"/>
              <a:t>≤ 2 → Normal</a:t>
            </a:r>
          </a:p>
          <a:p>
            <a:pPr lvl="2"/>
            <a:r>
              <a:rPr lang="fr-BE" sz="1600" dirty="0"/>
              <a:t>≤ 3 → À surveiller</a:t>
            </a:r>
          </a:p>
          <a:p>
            <a:pPr lvl="2"/>
            <a:r>
              <a:rPr lang="fr-BE" sz="1600" dirty="0"/>
              <a:t>3 → Préoccupant</a:t>
            </a:r>
          </a:p>
          <a:p>
            <a:pPr lvl="1"/>
            <a:r>
              <a:rPr lang="fr-BE" sz="1800" dirty="0"/>
              <a:t>On ajoute au résultat :</a:t>
            </a:r>
          </a:p>
          <a:p>
            <a:pPr lvl="2"/>
            <a:r>
              <a:rPr lang="fr-BE" sz="1600" dirty="0"/>
              <a:t>la </a:t>
            </a:r>
            <a:r>
              <a:rPr lang="fr-BE" sz="1600" b="1" dirty="0"/>
              <a:t>moyenne (arrondie à 2 décimales)</a:t>
            </a:r>
            <a:endParaRPr lang="fr-BE" sz="1600" dirty="0"/>
          </a:p>
          <a:p>
            <a:pPr lvl="2"/>
            <a:r>
              <a:rPr lang="fr-BE" sz="1600" dirty="0"/>
              <a:t>le </a:t>
            </a:r>
            <a:r>
              <a:rPr lang="fr-BE" sz="1600" b="1" dirty="0"/>
              <a:t>niveau</a:t>
            </a:r>
            <a:endParaRPr lang="fr-BE" sz="1600" dirty="0"/>
          </a:p>
          <a:p>
            <a:pPr lvl="2"/>
            <a:r>
              <a:rPr lang="fr-BE" sz="1600" dirty="0"/>
              <a:t>une </a:t>
            </a:r>
            <a:r>
              <a:rPr lang="fr-BE" sz="1600" b="1" dirty="0"/>
              <a:t>explication textuelle</a:t>
            </a:r>
            <a:r>
              <a:rPr lang="fr-BE" sz="1600" dirty="0"/>
              <a:t> adaptée à ce niveau</a:t>
            </a:r>
          </a:p>
          <a:p>
            <a:pPr lvl="2"/>
            <a:endParaRPr lang="fr-BE" sz="1600" dirty="0"/>
          </a:p>
          <a:p>
            <a:pPr marL="0" indent="0">
              <a:buNone/>
            </a:pPr>
            <a:r>
              <a:rPr lang="fr-BE" sz="2000" b="1" dirty="0"/>
              <a:t>4) Affichage des résultats</a:t>
            </a:r>
          </a:p>
          <a:p>
            <a:r>
              <a:rPr lang="fr-BE" sz="2000" dirty="0"/>
              <a:t>L’objet final est affiché dans la console.</a:t>
            </a:r>
          </a:p>
          <a:p>
            <a:r>
              <a:rPr lang="fr-BE" sz="2000" dirty="0"/>
              <a:t>Puis transmis à </a:t>
            </a:r>
            <a:r>
              <a:rPr lang="fr-BE" sz="2000" dirty="0" err="1"/>
              <a:t>afficherResultats</a:t>
            </a:r>
            <a:r>
              <a:rPr lang="fr-BE" sz="2000" dirty="0"/>
              <a:t>() pour être affiché dans l’interface.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4619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420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Burn-out radar</vt:lpstr>
      <vt:lpstr>Présentation</vt:lpstr>
      <vt:lpstr>Difficulté 🥲</vt:lpstr>
      <vt:lpstr>Fierté 💪</vt:lpstr>
      <vt:lpstr>Améliorations 🪛</vt:lpstr>
      <vt:lpstr>Focus : fonction RecupReponses ⚙️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Poveda</dc:creator>
  <cp:lastModifiedBy>Caroline Poveda</cp:lastModifiedBy>
  <cp:revision>1</cp:revision>
  <dcterms:created xsi:type="dcterms:W3CDTF">2025-12-04T09:04:46Z</dcterms:created>
  <dcterms:modified xsi:type="dcterms:W3CDTF">2025-12-04T09:32:33Z</dcterms:modified>
</cp:coreProperties>
</file>