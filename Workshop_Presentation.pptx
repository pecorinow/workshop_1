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modSld">
      <pc:chgData name="Caroline Poveda" userId="dcb7646f-c2e8-4537-bd71-c5d58d22a638" providerId="ADAL" clId="{2A135C5D-1DDC-44B7-8D81-AC641D8C7C10}" dt="2025-12-04T09:47:33.904" v="35" actId="20577"/>
      <pc:docMkLst>
        <pc:docMk/>
      </pc:docMkLst>
      <pc:sldChg chg="modSp mod">
        <pc:chgData name="Caroline Poveda" userId="dcb7646f-c2e8-4537-bd71-c5d58d22a638" providerId="ADAL" clId="{2A135C5D-1DDC-44B7-8D81-AC641D8C7C10}" dt="2025-12-04T09:47:33.904" v="35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</a:t>
            </a:r>
            <a:r>
              <a:rPr lang="fr-BE" sz="2000" dirty="0" err="1"/>
              <a:t>duquestionnaire</a:t>
            </a:r>
            <a:r>
              <a:rPr lang="fr-BE" sz="2000" dirty="0"/>
              <a:t>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419</Words>
  <Application>Microsoft Office PowerPoint</Application>
  <PresentationFormat>Widescreen</PresentationFormat>
  <Paragraphs>61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2025-12-04T09:47:49Z</dcterms:modified>
</cp:coreProperties>
</file>