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58" d="100"/>
          <a:sy n="58" d="100"/>
        </p:scale>
        <p:origin x="72" y="11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aroline Poveda" userId="dcb7646f-c2e8-4537-bd71-c5d58d22a638" providerId="ADAL" clId="{2A135C5D-1DDC-44B7-8D81-AC641D8C7C10}"/>
    <pc:docChg chg="modSld">
      <pc:chgData name="Caroline Poveda" userId="dcb7646f-c2e8-4537-bd71-c5d58d22a638" providerId="ADAL" clId="{2A135C5D-1DDC-44B7-8D81-AC641D8C7C10}" dt="2025-12-04T09:47:33.904" v="35" actId="20577"/>
      <pc:docMkLst>
        <pc:docMk/>
      </pc:docMkLst>
      <pc:sldChg chg="modSp mod">
        <pc:chgData name="Caroline Poveda" userId="dcb7646f-c2e8-4537-bd71-c5d58d22a638" providerId="ADAL" clId="{2A135C5D-1DDC-44B7-8D81-AC641D8C7C10}" dt="2025-12-04T09:47:33.904" v="35" actId="20577"/>
        <pc:sldMkLst>
          <pc:docMk/>
          <pc:sldMk cId="438218888" sldId="261"/>
        </pc:sldMkLst>
        <pc:spChg chg="mod">
          <ac:chgData name="Caroline Poveda" userId="dcb7646f-c2e8-4537-bd71-c5d58d22a638" providerId="ADAL" clId="{2A135C5D-1DDC-44B7-8D81-AC641D8C7C10}" dt="2025-12-04T09:47:33.904" v="35" actId="20577"/>
          <ac:spMkLst>
            <pc:docMk/>
            <pc:sldMk cId="438218888" sldId="261"/>
            <ac:spMk id="2" creationId="{69887343-9487-A2D5-3105-FF7CED158BEA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01999E-758B-3EEA-9304-D9BAE25150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fr-B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ACBD3BB-B430-9AD7-D026-812FA70D54B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fr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0E8621-DAAA-B536-8639-5EBDAE623A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C507AA-0AF3-499F-8B74-17B245327FCA}" type="datetimeFigureOut">
              <a:rPr lang="fr-BE" smtClean="0"/>
              <a:t>04-12-25</a:t>
            </a:fld>
            <a:endParaRPr lang="fr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6E610D-906F-8020-5203-F0AF58821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8C37C5-B66E-DADF-BFBB-DAB1E0F6D2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F9D4DE-D345-4225-9BC5-22E5FE69C334}" type="slidenum">
              <a:rPr lang="fr-BE" smtClean="0"/>
              <a:t>‹#›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7558477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C1DA20-1223-FA82-1BB5-0B132C511B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2F6362-48CC-81E1-B8E8-58FE9E4159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3941F5-8942-FCA5-803A-ADE91A2994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C507AA-0AF3-499F-8B74-17B245327FCA}" type="datetimeFigureOut">
              <a:rPr lang="fr-BE" smtClean="0"/>
              <a:t>04-12-25</a:t>
            </a:fld>
            <a:endParaRPr lang="fr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C84BE9-5F1B-8031-2B23-759C23AD6F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324C6B-5B64-2452-8D80-70FB71A6C7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F9D4DE-D345-4225-9BC5-22E5FE69C334}" type="slidenum">
              <a:rPr lang="fr-BE" smtClean="0"/>
              <a:t>‹#›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3676550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3C3989-F0EA-6042-03A4-F68B0C4D8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fr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25DB0D-C3AD-7F01-7918-05BBEDE54F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B0C6C6-6A21-D3FE-0FD4-136132CC63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C507AA-0AF3-499F-8B74-17B245327FCA}" type="datetimeFigureOut">
              <a:rPr lang="fr-BE" smtClean="0"/>
              <a:t>04-12-25</a:t>
            </a:fld>
            <a:endParaRPr lang="fr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EC33EF-F315-5A21-0D32-7731B869CD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4B2A48-460A-3F20-20EB-A1624ECD77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F9D4DE-D345-4225-9BC5-22E5FE69C334}" type="slidenum">
              <a:rPr lang="fr-BE" smtClean="0"/>
              <a:t>‹#›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6291990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E1D906-BD62-5394-D975-8A51830D0B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FF2D13-1695-7C92-36C9-21A1A3A5218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B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F3181E8-EAEF-2A6B-1078-851453D85C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B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26C684A-23C9-FE60-E299-4432D1DF96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C507AA-0AF3-499F-8B74-17B245327FCA}" type="datetimeFigureOut">
              <a:rPr lang="fr-BE" smtClean="0"/>
              <a:t>04-12-25</a:t>
            </a:fld>
            <a:endParaRPr lang="fr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840CAB8-582F-9D1E-0BD5-BE249302F5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4CF3B41-9A2C-8D6E-50E4-E944D55B96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F9D4DE-D345-4225-9BC5-22E5FE69C334}" type="slidenum">
              <a:rPr lang="fr-BE" smtClean="0"/>
              <a:t>‹#›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5251482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EC5E1A-F2EF-8982-669A-7D6A042CC9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7AB73A-8199-534D-9ADE-A6196EA596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FD72179-E47A-372D-928C-7A498CBFD8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B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C2582F8-D997-37C8-B963-7080DC98B3E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951CF20-0341-7756-4A2A-B8280BDCAEF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B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5447E53-C52B-F632-764B-FAED0EB730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C507AA-0AF3-499F-8B74-17B245327FCA}" type="datetimeFigureOut">
              <a:rPr lang="fr-BE" smtClean="0"/>
              <a:t>04-12-25</a:t>
            </a:fld>
            <a:endParaRPr lang="fr-B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111EEA8-FDF1-021F-AA0F-57B47BA51A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A9B038C-9AE8-3C86-C6B5-A02C143BA9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F9D4DE-D345-4225-9BC5-22E5FE69C334}" type="slidenum">
              <a:rPr lang="fr-BE" smtClean="0"/>
              <a:t>‹#›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901137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35089A-5DA8-A210-A215-D36EEB9454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B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AF87DF8-FEA1-100B-989B-5E4F1411FE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C507AA-0AF3-499F-8B74-17B245327FCA}" type="datetimeFigureOut">
              <a:rPr lang="fr-BE" smtClean="0"/>
              <a:t>04-12-25</a:t>
            </a:fld>
            <a:endParaRPr lang="fr-B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D3F77F6-6AD3-B620-6387-61672D84BA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23D7FEF-67D1-076F-D313-6C3AEBEE0B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F9D4DE-D345-4225-9BC5-22E5FE69C334}" type="slidenum">
              <a:rPr lang="fr-BE" smtClean="0"/>
              <a:t>‹#›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41479606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B1643F0-3C54-4F6C-FCD4-F9E12F3947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C507AA-0AF3-499F-8B74-17B245327FCA}" type="datetimeFigureOut">
              <a:rPr lang="fr-BE" smtClean="0"/>
              <a:t>04-12-25</a:t>
            </a:fld>
            <a:endParaRPr lang="fr-B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1AF7BA9-1321-2993-CBBF-9D680FE0AD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8B913C-0876-D2FC-A514-3DAFEF8A45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F9D4DE-D345-4225-9BC5-22E5FE69C334}" type="slidenum">
              <a:rPr lang="fr-BE" smtClean="0"/>
              <a:t>‹#›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0336134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29C610-841E-0347-E7FE-4FB44E63FB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C38785-8844-7389-AD79-C590B60F7E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B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EDB6CD4-02E7-C3AF-D798-F921EEEC2BB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3C8F3A4-6717-A5BE-3FB8-3AC6019BD0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C507AA-0AF3-499F-8B74-17B245327FCA}" type="datetimeFigureOut">
              <a:rPr lang="fr-BE" smtClean="0"/>
              <a:t>04-12-25</a:t>
            </a:fld>
            <a:endParaRPr lang="fr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6B39B2A-2335-68CF-2DD7-FF98F33C7E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6D81E4-413D-BFF8-28C9-C54053FD41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F9D4DE-D345-4225-9BC5-22E5FE69C334}" type="slidenum">
              <a:rPr lang="fr-BE" smtClean="0"/>
              <a:t>‹#›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1102691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C49B5B-09B1-3C45-BA6C-E029D8BB5E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B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87B24E8-A750-ACE0-D45E-B6DC8A88C23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B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F66A66E-106A-09E8-D806-E549AAD20C5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42C2C2D-4EC4-343C-864F-9E2C2B1590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C507AA-0AF3-499F-8B74-17B245327FCA}" type="datetimeFigureOut">
              <a:rPr lang="fr-BE" smtClean="0"/>
              <a:t>04-12-25</a:t>
            </a:fld>
            <a:endParaRPr lang="fr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22BD9B5-E531-B206-3D20-F930F08B98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C065153-A01D-DB26-80CC-EAF6FD622F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F9D4DE-D345-4225-9BC5-22E5FE69C334}" type="slidenum">
              <a:rPr lang="fr-BE" smtClean="0"/>
              <a:t>‹#›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5354780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9DC4A0-E794-38F2-6289-FC03EB071D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B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26E3262-955C-766A-6D2C-D0B5AAF8B9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A25DDA-DC21-246A-5537-74C94BAD24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C507AA-0AF3-499F-8B74-17B245327FCA}" type="datetimeFigureOut">
              <a:rPr lang="fr-BE" smtClean="0"/>
              <a:t>04-12-25</a:t>
            </a:fld>
            <a:endParaRPr lang="fr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AECF2E-1BFD-130F-6889-3A5E047D33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122F1E-E90F-697C-BC5D-17CD7949A5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F9D4DE-D345-4225-9BC5-22E5FE69C334}" type="slidenum">
              <a:rPr lang="fr-BE" smtClean="0"/>
              <a:t>‹#›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6515896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12C51EA-20ED-0C2E-5074-EE9D545FF46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fr-B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19FD423-82FC-62FF-59E4-C361606563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1F0184-74D6-C44F-368E-A674581288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C507AA-0AF3-499F-8B74-17B245327FCA}" type="datetimeFigureOut">
              <a:rPr lang="fr-BE" smtClean="0"/>
              <a:t>04-12-25</a:t>
            </a:fld>
            <a:endParaRPr lang="fr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7CE51D-73CC-5A51-F640-233D84F7CE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C6C546-53CE-C59D-7702-AC24F8E76F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F9D4DE-D345-4225-9BC5-22E5FE69C334}" type="slidenum">
              <a:rPr lang="fr-BE" smtClean="0"/>
              <a:t>‹#›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6749481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E92170B-CC3A-5F84-014E-EA402360E1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fr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EAFC2BE-8998-A270-1938-DFDBBACA5D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54BF7F-DE5E-C97A-EA54-4EF3EEA3100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CC507AA-0AF3-499F-8B74-17B245327FCA}" type="datetimeFigureOut">
              <a:rPr lang="fr-BE" smtClean="0"/>
              <a:t>04-12-25</a:t>
            </a:fld>
            <a:endParaRPr lang="fr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6757FE-5F29-4301-481D-E601902BC8D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D4240E-800E-27A9-88A4-B592514123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FF9D4DE-D345-4225-9BC5-22E5FE69C334}" type="slidenum">
              <a:rPr lang="fr-BE" smtClean="0"/>
              <a:t>‹#›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8904170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F9A77E-7BF8-14BC-3990-F8F0D6846A3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BE" dirty="0"/>
              <a:t>Burn-out radar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4A085DD-0643-8B31-7CF8-8EB4590B886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fr-BE" dirty="0"/>
              <a:t>Êtes-vous en burn-out ? 🧐</a:t>
            </a:r>
          </a:p>
        </p:txBody>
      </p:sp>
    </p:spTree>
    <p:extLst>
      <p:ext uri="{BB962C8B-B14F-4D97-AF65-F5344CB8AC3E}">
        <p14:creationId xmlns:p14="http://schemas.microsoft.com/office/powerpoint/2010/main" val="8339624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3F4E7C-4C9A-140E-C2B0-5F47A7F9F7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Présentation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B1AB9C-85B1-4CC6-1F8C-35DEAA7CD5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dirty="0"/>
              <a:t>But : détecter un burn-out et son origine.</a:t>
            </a:r>
          </a:p>
          <a:p>
            <a:endParaRPr lang="fr-BE" dirty="0"/>
          </a:p>
          <a:p>
            <a:r>
              <a:rPr lang="fr-BE" dirty="0"/>
              <a:t>Point d’attention :  Lisibilité, mettre l’utilisateur à l’aise.</a:t>
            </a:r>
          </a:p>
          <a:p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5642129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479280-49D9-0F5F-D5E1-D5438EE3C6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Difficulté 🥲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42176-A5A3-D660-B2B1-D3DC182580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dirty="0"/>
              <a:t>Page3.js : Calcul de la distance code postal – psy (merci Chat GPT).</a:t>
            </a:r>
          </a:p>
          <a:p>
            <a:endParaRPr lang="fr-BE" dirty="0"/>
          </a:p>
          <a:p>
            <a:r>
              <a:rPr lang="fr-BE" dirty="0"/>
              <a:t>En général : </a:t>
            </a:r>
            <a:r>
              <a:rPr lang="fr-BE" b="1" dirty="0"/>
              <a:t>passer du no-code au code </a:t>
            </a:r>
            <a:r>
              <a:rPr lang="fr-BE" dirty="0"/>
              <a:t>(Ex : différence entre </a:t>
            </a:r>
            <a:r>
              <a:rPr lang="fr-BE" dirty="0" err="1"/>
              <a:t>truc.valeur</a:t>
            </a:r>
            <a:r>
              <a:rPr lang="fr-BE" dirty="0"/>
              <a:t> et truc[valeur] ).</a:t>
            </a:r>
          </a:p>
          <a:p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13133420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6837B0-7CD6-CE36-A6C1-C53F3BCC94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Fierté 💪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EF8BB9-C88D-7303-E303-2C326B8F52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fr-BE" dirty="0"/>
              <a:t>Page2.js : Imbrication des 5 fonctions du questionnaire :</a:t>
            </a:r>
          </a:p>
          <a:p>
            <a:pPr marL="0" indent="0">
              <a:buNone/>
            </a:pPr>
            <a:r>
              <a:rPr lang="fr-BE" dirty="0"/>
              <a:t>if (</a:t>
            </a:r>
            <a:r>
              <a:rPr lang="fr-BE" b="1" dirty="0" err="1"/>
              <a:t>validerQuestionnaire</a:t>
            </a:r>
            <a:r>
              <a:rPr lang="fr-BE" b="1" dirty="0"/>
              <a:t>()</a:t>
            </a:r>
            <a:r>
              <a:rPr lang="fr-BE" dirty="0"/>
              <a:t>) {</a:t>
            </a:r>
          </a:p>
          <a:p>
            <a:pPr marL="0" indent="0">
              <a:buNone/>
            </a:pPr>
            <a:r>
              <a:rPr lang="fr-BE" dirty="0"/>
              <a:t>   </a:t>
            </a:r>
            <a:r>
              <a:rPr lang="fr-BE" b="1" dirty="0" err="1"/>
              <a:t>recupReponses</a:t>
            </a:r>
            <a:r>
              <a:rPr lang="fr-BE" b="1" dirty="0"/>
              <a:t>() </a:t>
            </a:r>
            <a:r>
              <a:rPr lang="fr-BE" dirty="0"/>
              <a:t>{</a:t>
            </a:r>
          </a:p>
          <a:p>
            <a:pPr marL="0" indent="0">
              <a:buNone/>
            </a:pPr>
            <a:r>
              <a:rPr lang="fr-BE" dirty="0"/>
              <a:t>	</a:t>
            </a:r>
            <a:r>
              <a:rPr lang="fr-BE" b="1" dirty="0" err="1"/>
              <a:t>calculerScores</a:t>
            </a:r>
            <a:r>
              <a:rPr lang="fr-BE" b="1" dirty="0"/>
              <a:t>() </a:t>
            </a:r>
            <a:r>
              <a:rPr lang="fr-BE" dirty="0"/>
              <a:t>{</a:t>
            </a:r>
          </a:p>
          <a:p>
            <a:pPr marL="0" indent="0">
              <a:buNone/>
            </a:pPr>
            <a:r>
              <a:rPr lang="fr-BE" dirty="0"/>
              <a:t>	</a:t>
            </a:r>
            <a:r>
              <a:rPr lang="fr-BE" b="1" dirty="0" err="1"/>
              <a:t>afficherResultats</a:t>
            </a:r>
            <a:r>
              <a:rPr lang="fr-BE" b="1" dirty="0"/>
              <a:t>() </a:t>
            </a:r>
            <a:r>
              <a:rPr lang="fr-BE" dirty="0"/>
              <a:t>{</a:t>
            </a:r>
          </a:p>
          <a:p>
            <a:pPr marL="0" indent="0">
              <a:buNone/>
            </a:pPr>
            <a:r>
              <a:rPr lang="fr-BE" dirty="0"/>
              <a:t>		</a:t>
            </a:r>
            <a:r>
              <a:rPr lang="fr-BE" b="1" dirty="0" err="1"/>
              <a:t>appliquerClasses</a:t>
            </a:r>
            <a:r>
              <a:rPr lang="fr-BE" b="1" dirty="0"/>
              <a:t>()</a:t>
            </a:r>
            <a:r>
              <a:rPr lang="fr-BE" dirty="0"/>
              <a:t>{}</a:t>
            </a:r>
          </a:p>
          <a:p>
            <a:pPr marL="0" indent="0">
              <a:buNone/>
            </a:pPr>
            <a:r>
              <a:rPr lang="fr-BE" dirty="0"/>
              <a:t>		}</a:t>
            </a:r>
          </a:p>
          <a:p>
            <a:pPr marL="0" indent="0">
              <a:buNone/>
            </a:pPr>
            <a:r>
              <a:rPr lang="fr-BE" dirty="0"/>
              <a:t>	}</a:t>
            </a:r>
          </a:p>
          <a:p>
            <a:pPr marL="0" indent="0">
              <a:buNone/>
            </a:pPr>
            <a:r>
              <a:rPr lang="fr-BE" dirty="0"/>
              <a:t>};</a:t>
            </a:r>
          </a:p>
          <a:p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28146329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B0011C-0DA9-3377-594D-D7D8094469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Améliorations 🪛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63B020-D80B-85DE-445B-E9EB195A97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dirty="0"/>
              <a:t>Graphismes</a:t>
            </a:r>
          </a:p>
          <a:p>
            <a:r>
              <a:rPr lang="fr-BE" dirty="0"/>
              <a:t>Mode Day &amp; Night</a:t>
            </a:r>
          </a:p>
          <a:p>
            <a:r>
              <a:rPr lang="fr-BE" dirty="0"/>
              <a:t>Textes : + pédagogiques, mots en gras…</a:t>
            </a:r>
          </a:p>
          <a:p>
            <a:r>
              <a:rPr lang="fr-BE" dirty="0"/>
              <a:t>Responsive + </a:t>
            </a:r>
            <a:r>
              <a:rPr lang="fr-BE" dirty="0" err="1"/>
              <a:t>smooth</a:t>
            </a:r>
            <a:endParaRPr lang="fr-BE" dirty="0"/>
          </a:p>
          <a:p>
            <a:r>
              <a:rPr lang="fr-BE" dirty="0"/>
              <a:t>Création d’une page 4 : Ressources</a:t>
            </a:r>
          </a:p>
        </p:txBody>
      </p:sp>
    </p:spTree>
    <p:extLst>
      <p:ext uri="{BB962C8B-B14F-4D97-AF65-F5344CB8AC3E}">
        <p14:creationId xmlns:p14="http://schemas.microsoft.com/office/powerpoint/2010/main" val="26865303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887343-9487-A2D5-3105-FF7CED158B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Focus : </a:t>
            </a:r>
            <a:r>
              <a:rPr lang="fr-BE"/>
              <a:t>calculerScores </a:t>
            </a:r>
            <a:r>
              <a:rPr lang="fr-BE" dirty="0"/>
              <a:t>⚙️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FD03A9-77FE-4191-0AAA-AECC229786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36192"/>
            <a:ext cx="10515600" cy="5321808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fr-BE" sz="2000" dirty="0"/>
              <a:t>Cette fonction sert à </a:t>
            </a:r>
            <a:r>
              <a:rPr lang="fr-BE" sz="2000" b="1" dirty="0"/>
              <a:t>calculer les scores par catégorie</a:t>
            </a:r>
            <a:r>
              <a:rPr lang="fr-BE" sz="2000" dirty="0"/>
              <a:t> à partir des réponses </a:t>
            </a:r>
            <a:r>
              <a:rPr lang="fr-BE" sz="2000" dirty="0" err="1"/>
              <a:t>duquestionnaire</a:t>
            </a:r>
            <a:r>
              <a:rPr lang="fr-BE" sz="2000" dirty="0"/>
              <a:t>, puis à </a:t>
            </a:r>
            <a:r>
              <a:rPr lang="fr-BE" sz="2000" b="1" dirty="0"/>
              <a:t>interpréter ces scores</a:t>
            </a:r>
            <a:r>
              <a:rPr lang="fr-BE" sz="2000" dirty="0"/>
              <a:t> (Normal, À surveiller, Préoccupant).</a:t>
            </a:r>
          </a:p>
          <a:p>
            <a:pPr marL="0" indent="0">
              <a:buNone/>
            </a:pPr>
            <a:r>
              <a:rPr lang="fr-BE" sz="2000" b="1" dirty="0"/>
              <a:t>1) Création d’un objet pour stocker les scores bruts</a:t>
            </a:r>
          </a:p>
          <a:p>
            <a:r>
              <a:rPr lang="fr-BE" sz="2000" dirty="0"/>
              <a:t>On crée CAT_SCORES, un objet vide.</a:t>
            </a:r>
          </a:p>
          <a:p>
            <a:r>
              <a:rPr lang="fr-BE" sz="2000" dirty="0"/>
              <a:t>Il servira à enregistrer, pour chaque catégorie, deux infos :</a:t>
            </a:r>
          </a:p>
          <a:p>
            <a:pPr lvl="1"/>
            <a:r>
              <a:rPr lang="fr-BE" sz="1800" dirty="0"/>
              <a:t>le </a:t>
            </a:r>
            <a:r>
              <a:rPr lang="fr-BE" sz="1800" b="1" dirty="0"/>
              <a:t>total des valeurs</a:t>
            </a:r>
            <a:r>
              <a:rPr lang="fr-BE" sz="1800" dirty="0"/>
              <a:t> cochées</a:t>
            </a:r>
          </a:p>
          <a:p>
            <a:pPr lvl="1"/>
            <a:r>
              <a:rPr lang="fr-BE" sz="1800" dirty="0"/>
              <a:t>le </a:t>
            </a:r>
            <a:r>
              <a:rPr lang="fr-BE" sz="1800" b="1" dirty="0"/>
              <a:t>nombre de questions</a:t>
            </a:r>
            <a:r>
              <a:rPr lang="fr-BE" sz="1800" dirty="0"/>
              <a:t> dans cette catégorie</a:t>
            </a:r>
          </a:p>
          <a:p>
            <a:pPr lvl="1"/>
            <a:endParaRPr lang="fr-BE" sz="1800" dirty="0"/>
          </a:p>
          <a:p>
            <a:pPr marL="0" indent="0">
              <a:buNone/>
            </a:pPr>
            <a:r>
              <a:rPr lang="fr-BE" sz="2100" b="1" dirty="0"/>
              <a:t>2) Parcours des questions du questionnaire</a:t>
            </a:r>
          </a:p>
          <a:p>
            <a:r>
              <a:rPr lang="fr-BE" sz="2100" dirty="0"/>
              <a:t>Pour chaque question du tableau QUESTIONNAIRE :</a:t>
            </a:r>
          </a:p>
          <a:p>
            <a:r>
              <a:rPr lang="fr-BE" sz="2100" dirty="0"/>
              <a:t>On récupère la </a:t>
            </a:r>
            <a:r>
              <a:rPr lang="fr-BE" sz="2100" b="1" dirty="0"/>
              <a:t>valeur cochée</a:t>
            </a:r>
            <a:r>
              <a:rPr lang="fr-BE" sz="2100" dirty="0"/>
              <a:t> dans REPONSES grâce à </a:t>
            </a:r>
            <a:r>
              <a:rPr lang="fr-BE" sz="2100" dirty="0" err="1"/>
              <a:t>l’id</a:t>
            </a:r>
            <a:r>
              <a:rPr lang="fr-BE" sz="2100" dirty="0"/>
              <a:t> de la question.</a:t>
            </a:r>
          </a:p>
          <a:p>
            <a:r>
              <a:rPr lang="fr-BE" sz="2100" dirty="0"/>
              <a:t>Par sécurité, si aucune valeur n’est trouvée, on passe à la question suivante.</a:t>
            </a:r>
          </a:p>
          <a:p>
            <a:r>
              <a:rPr lang="fr-BE" sz="2100" dirty="0"/>
              <a:t>Ensuite, on parcourt toutes les </a:t>
            </a:r>
            <a:r>
              <a:rPr lang="fr-BE" sz="2100" b="1" dirty="0"/>
              <a:t>catégories</a:t>
            </a:r>
            <a:r>
              <a:rPr lang="fr-BE" sz="2100" dirty="0"/>
              <a:t> associées à cette question :</a:t>
            </a:r>
          </a:p>
          <a:p>
            <a:pPr lvl="1"/>
            <a:r>
              <a:rPr lang="fr-BE" sz="1900" dirty="0"/>
              <a:t>Si la catégorie n’existe pas encore dans CAT_SCORES, on l’ajoute et on initialise :</a:t>
            </a:r>
          </a:p>
          <a:p>
            <a:pPr lvl="2"/>
            <a:r>
              <a:rPr lang="fr-BE" sz="1600" dirty="0"/>
              <a:t>TOTAL = 0</a:t>
            </a:r>
          </a:p>
          <a:p>
            <a:pPr lvl="2"/>
            <a:r>
              <a:rPr lang="fr-BE" sz="1600" dirty="0"/>
              <a:t>NB_QUESTION = 0</a:t>
            </a:r>
          </a:p>
          <a:p>
            <a:pPr lvl="1"/>
            <a:r>
              <a:rPr lang="fr-BE" sz="1900" dirty="0"/>
              <a:t>Puis on </a:t>
            </a:r>
            <a:r>
              <a:rPr lang="fr-BE" sz="1900" b="1" dirty="0"/>
              <a:t>ajoute la valeur cochée</a:t>
            </a:r>
            <a:r>
              <a:rPr lang="fr-BE" sz="1900" dirty="0"/>
              <a:t> à son total</a:t>
            </a:r>
          </a:p>
          <a:p>
            <a:pPr lvl="1"/>
            <a:r>
              <a:rPr lang="fr-BE" sz="1900" dirty="0"/>
              <a:t>Et on </a:t>
            </a:r>
            <a:r>
              <a:rPr lang="fr-BE" sz="1900" b="1" dirty="0"/>
              <a:t>incrémente le compteur</a:t>
            </a:r>
            <a:r>
              <a:rPr lang="fr-BE" sz="1900" dirty="0"/>
              <a:t> de questions de la catégorie</a:t>
            </a:r>
          </a:p>
          <a:p>
            <a:pPr marL="0" indent="0">
              <a:buNone/>
            </a:pPr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4382188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B983EE-05C6-E7B3-514F-9FFD4F6780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685800"/>
            <a:ext cx="10515600" cy="6172200"/>
          </a:xfrm>
        </p:spPr>
        <p:txBody>
          <a:bodyPr/>
          <a:lstStyle/>
          <a:p>
            <a:pPr marL="0" indent="0">
              <a:buNone/>
            </a:pPr>
            <a:r>
              <a:rPr lang="fr-BE" sz="2000" b="1" dirty="0"/>
              <a:t>3) Calcul des moyennes par catégorie</a:t>
            </a:r>
          </a:p>
          <a:p>
            <a:r>
              <a:rPr lang="fr-BE" sz="2000" dirty="0"/>
              <a:t>On crée un nouvel objet, RESULTATS, qui contiendra les résultats finaux.</a:t>
            </a:r>
          </a:p>
          <a:p>
            <a:r>
              <a:rPr lang="fr-BE" sz="2000" dirty="0"/>
              <a:t>On parcourt chaque catégorie de CAT_SCORES.</a:t>
            </a:r>
          </a:p>
          <a:p>
            <a:r>
              <a:rPr lang="fr-BE" sz="2000" dirty="0"/>
              <a:t>Pour chacune :</a:t>
            </a:r>
          </a:p>
          <a:p>
            <a:pPr lvl="1"/>
            <a:r>
              <a:rPr lang="fr-BE" sz="1800" dirty="0"/>
              <a:t>On calcule la </a:t>
            </a:r>
            <a:r>
              <a:rPr lang="fr-BE" sz="1800" b="1" dirty="0"/>
              <a:t>moyenne</a:t>
            </a:r>
            <a:r>
              <a:rPr lang="fr-BE" sz="1800" dirty="0"/>
              <a:t> : TOTAL / NB_QUESTION</a:t>
            </a:r>
          </a:p>
          <a:p>
            <a:pPr lvl="1"/>
            <a:r>
              <a:rPr lang="fr-BE" sz="1800" dirty="0"/>
              <a:t>On détermine un </a:t>
            </a:r>
            <a:r>
              <a:rPr lang="fr-BE" sz="1800" b="1" dirty="0"/>
              <a:t>niveau d’interprétation</a:t>
            </a:r>
            <a:r>
              <a:rPr lang="fr-BE" sz="1800" dirty="0"/>
              <a:t> selon la moyenne :</a:t>
            </a:r>
          </a:p>
          <a:p>
            <a:pPr lvl="2"/>
            <a:r>
              <a:rPr lang="fr-BE" sz="1600" dirty="0"/>
              <a:t>≤ 2 → Normal</a:t>
            </a:r>
          </a:p>
          <a:p>
            <a:pPr lvl="2"/>
            <a:r>
              <a:rPr lang="fr-BE" sz="1600" dirty="0"/>
              <a:t>≤ 3 → À surveiller</a:t>
            </a:r>
          </a:p>
          <a:p>
            <a:pPr lvl="2"/>
            <a:r>
              <a:rPr lang="fr-BE" sz="1600" dirty="0"/>
              <a:t>3 → Préoccupant</a:t>
            </a:r>
          </a:p>
          <a:p>
            <a:pPr lvl="1"/>
            <a:r>
              <a:rPr lang="fr-BE" sz="1800" dirty="0"/>
              <a:t>On ajoute au résultat :</a:t>
            </a:r>
          </a:p>
          <a:p>
            <a:pPr lvl="2"/>
            <a:r>
              <a:rPr lang="fr-BE" sz="1600" dirty="0"/>
              <a:t>la </a:t>
            </a:r>
            <a:r>
              <a:rPr lang="fr-BE" sz="1600" b="1" dirty="0"/>
              <a:t>moyenne (arrondie à 2 décimales)</a:t>
            </a:r>
            <a:endParaRPr lang="fr-BE" sz="1600" dirty="0"/>
          </a:p>
          <a:p>
            <a:pPr lvl="2"/>
            <a:r>
              <a:rPr lang="fr-BE" sz="1600" dirty="0"/>
              <a:t>le </a:t>
            </a:r>
            <a:r>
              <a:rPr lang="fr-BE" sz="1600" b="1" dirty="0"/>
              <a:t>niveau</a:t>
            </a:r>
            <a:endParaRPr lang="fr-BE" sz="1600" dirty="0"/>
          </a:p>
          <a:p>
            <a:pPr lvl="2"/>
            <a:r>
              <a:rPr lang="fr-BE" sz="1600" dirty="0"/>
              <a:t>une </a:t>
            </a:r>
            <a:r>
              <a:rPr lang="fr-BE" sz="1600" b="1" dirty="0"/>
              <a:t>explication textuelle</a:t>
            </a:r>
            <a:r>
              <a:rPr lang="fr-BE" sz="1600" dirty="0"/>
              <a:t> adaptée à ce niveau</a:t>
            </a:r>
          </a:p>
          <a:p>
            <a:pPr lvl="2"/>
            <a:endParaRPr lang="fr-BE" sz="1600" dirty="0"/>
          </a:p>
          <a:p>
            <a:pPr marL="0" indent="0">
              <a:buNone/>
            </a:pPr>
            <a:r>
              <a:rPr lang="fr-BE" sz="2000" b="1" dirty="0"/>
              <a:t>4) Affichage des résultats</a:t>
            </a:r>
          </a:p>
          <a:p>
            <a:r>
              <a:rPr lang="fr-BE" sz="2000" dirty="0"/>
              <a:t>L’objet final est affiché dans la console.</a:t>
            </a:r>
          </a:p>
          <a:p>
            <a:r>
              <a:rPr lang="fr-BE" sz="2000" dirty="0"/>
              <a:t>Puis transmis à </a:t>
            </a:r>
            <a:r>
              <a:rPr lang="fr-BE" sz="2000" dirty="0" err="1"/>
              <a:t>afficherResultats</a:t>
            </a:r>
            <a:r>
              <a:rPr lang="fr-BE" sz="2000" dirty="0"/>
              <a:t>() pour être affiché dans l’interface.</a:t>
            </a:r>
          </a:p>
          <a:p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19461991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</TotalTime>
  <Words>419</Words>
  <Application>Microsoft Office PowerPoint</Application>
  <PresentationFormat>Widescreen</PresentationFormat>
  <Paragraphs>61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Aptos</vt:lpstr>
      <vt:lpstr>Aptos Display</vt:lpstr>
      <vt:lpstr>Arial</vt:lpstr>
      <vt:lpstr>Office Theme</vt:lpstr>
      <vt:lpstr>Burn-out radar</vt:lpstr>
      <vt:lpstr>Présentation</vt:lpstr>
      <vt:lpstr>Difficulté 🥲</vt:lpstr>
      <vt:lpstr>Fierté 💪</vt:lpstr>
      <vt:lpstr>Améliorations 🪛</vt:lpstr>
      <vt:lpstr>Focus : calculerScores ⚙️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Caroline Poveda</dc:creator>
  <cp:lastModifiedBy>Caroline Poveda</cp:lastModifiedBy>
  <cp:revision>1</cp:revision>
  <dcterms:created xsi:type="dcterms:W3CDTF">2025-12-04T09:04:46Z</dcterms:created>
  <dcterms:modified xsi:type="dcterms:W3CDTF">2025-12-04T09:47:35Z</dcterms:modified>
</cp:coreProperties>
</file>